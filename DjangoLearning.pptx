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9" r:id="rId14"/>
    <p:sldId id="267" r:id="rId15"/>
    <p:sldId id="268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8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  <p:sldId id="290" r:id="rId36"/>
    <p:sldId id="293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16AA9-D4E1-42DE-ADA9-92ECBBDBB0DE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270CA-54EE-4BBC-AFF8-3BFF3759C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Django</a:t>
            </a:r>
            <a:r>
              <a:rPr lang="en-US" dirty="0" smtClean="0"/>
              <a:t>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John Philip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Python and </a:t>
            </a:r>
            <a:r>
              <a:rPr lang="en-US" dirty="0" err="1" smtClean="0"/>
              <a:t>Pycharm</a:t>
            </a:r>
            <a:r>
              <a:rPr lang="en-US" dirty="0" smtClean="0"/>
              <a:t> Installations, Workspace and Project creations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48002" y="1571612"/>
            <a:ext cx="36957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3286124"/>
            <a:ext cx="4829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24" y="3833833"/>
            <a:ext cx="66294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Install and Activate </a:t>
            </a:r>
            <a:r>
              <a:rPr lang="en-US" dirty="0" err="1" smtClean="0"/>
              <a:t>Django</a:t>
            </a:r>
            <a:r>
              <a:rPr lang="en-US" dirty="0" smtClean="0"/>
              <a:t> in Virtual Environment</a:t>
            </a: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963" y="1800221"/>
            <a:ext cx="822007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505217"/>
            <a:ext cx="7791450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Create </a:t>
            </a:r>
            <a:r>
              <a:rPr lang="en-US" dirty="0" err="1" smtClean="0"/>
              <a:t>Django</a:t>
            </a:r>
            <a:r>
              <a:rPr lang="en-US" dirty="0" smtClean="0"/>
              <a:t> Project and Run on Server. Ctrl + c to Stop Server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788" y="1571612"/>
            <a:ext cx="87344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400311"/>
            <a:ext cx="8501090" cy="324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Create </a:t>
            </a:r>
            <a:r>
              <a:rPr lang="en-US" dirty="0" err="1" smtClean="0"/>
              <a:t>Django</a:t>
            </a:r>
            <a:r>
              <a:rPr lang="en-US" dirty="0" smtClean="0"/>
              <a:t> Application and Add to Project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00174"/>
            <a:ext cx="8358214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1150" y="2957531"/>
            <a:ext cx="598170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/views.py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138" y="1833581"/>
            <a:ext cx="7705725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mobileapp</a:t>
            </a:r>
            <a:r>
              <a:rPr lang="en-US" dirty="0" smtClean="0"/>
              <a:t>/views.py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464" y="1390666"/>
            <a:ext cx="7524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MyProject</a:t>
            </a:r>
            <a:r>
              <a:rPr lang="en-US" dirty="0" smtClean="0"/>
              <a:t>/urls.py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414485"/>
            <a:ext cx="684847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Run and Check the output in browser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857364"/>
            <a:ext cx="37147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992" y="3929066"/>
            <a:ext cx="36195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324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</a:t>
            </a:r>
            <a:r>
              <a:rPr lang="en-US" dirty="0" err="1" smtClean="0"/>
              <a:t>ankapp</a:t>
            </a:r>
            <a:r>
              <a:rPr lang="en-US" dirty="0" smtClean="0"/>
              <a:t>/urls.py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7300" y="642918"/>
            <a:ext cx="6629400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28596" y="3429000"/>
            <a:ext cx="8229600" cy="582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mobile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app/urls.py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9700" y="4000504"/>
            <a:ext cx="6324600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MyProject</a:t>
            </a:r>
            <a:r>
              <a:rPr lang="en-US" dirty="0" smtClean="0"/>
              <a:t>/urls.py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1500174"/>
            <a:ext cx="416242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42928" y="4286264"/>
            <a:ext cx="8229600" cy="13573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Run and Check the output in the Browser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MyProject</a:t>
            </a:r>
            <a:r>
              <a:rPr lang="en-US" dirty="0" smtClean="0"/>
              <a:t>/settings.py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214422"/>
            <a:ext cx="608647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929198"/>
            <a:ext cx="306705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285752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Create ‘static’ and ‘templates’ folders in </a:t>
            </a:r>
            <a:r>
              <a:rPr lang="en-US" dirty="0" err="1" smtClean="0"/>
              <a:t>bankapp</a:t>
            </a:r>
            <a:r>
              <a:rPr lang="en-US" dirty="0" smtClean="0"/>
              <a:t>.</a:t>
            </a:r>
          </a:p>
          <a:p>
            <a:r>
              <a:rPr lang="en-US" dirty="0" smtClean="0"/>
              <a:t>Create ‘</a:t>
            </a:r>
            <a:r>
              <a:rPr lang="en-US" dirty="0" err="1" smtClean="0"/>
              <a:t>bankapp</a:t>
            </a:r>
            <a:r>
              <a:rPr lang="en-US" dirty="0" smtClean="0"/>
              <a:t>’ folder in ‘static’ folder.</a:t>
            </a:r>
          </a:p>
          <a:p>
            <a:r>
              <a:rPr lang="en-US" dirty="0" smtClean="0"/>
              <a:t>Create ‘</a:t>
            </a:r>
            <a:r>
              <a:rPr lang="en-US" dirty="0" err="1" smtClean="0"/>
              <a:t>css</a:t>
            </a:r>
            <a:r>
              <a:rPr lang="en-US" dirty="0" smtClean="0"/>
              <a:t>’ and ‘images’ folders in ‘</a:t>
            </a:r>
            <a:r>
              <a:rPr lang="en-US" dirty="0" err="1" smtClean="0"/>
              <a:t>bankapp</a:t>
            </a:r>
            <a:r>
              <a:rPr lang="en-US" dirty="0" smtClean="0"/>
              <a:t>’ folder. </a:t>
            </a:r>
          </a:p>
          <a:p>
            <a:r>
              <a:rPr lang="en-US" dirty="0" smtClean="0"/>
              <a:t>Create ‘mystyle.css’ in ‘</a:t>
            </a:r>
            <a:r>
              <a:rPr lang="en-US" dirty="0" err="1" smtClean="0"/>
              <a:t>css</a:t>
            </a:r>
            <a:r>
              <a:rPr lang="en-US" dirty="0" smtClean="0"/>
              <a:t>’ folder.  </a:t>
            </a:r>
          </a:p>
          <a:p>
            <a:r>
              <a:rPr lang="en-US" dirty="0" smtClean="0"/>
              <a:t>Create ‘CCABank.jpg’ in ‘images’ folder.</a:t>
            </a:r>
            <a:endParaRPr lang="en-US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343297"/>
            <a:ext cx="56388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bankapp</a:t>
            </a:r>
            <a:r>
              <a:rPr lang="en-US" dirty="0" smtClean="0"/>
              <a:t>/templates/app_header.html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5363" y="1357298"/>
            <a:ext cx="7153275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40108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app_footer.html and app_base.html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66" y="714356"/>
            <a:ext cx="474345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00163" y="2285992"/>
            <a:ext cx="65436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785818"/>
          </a:xfrm>
        </p:spPr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/views.py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0238" y="857232"/>
            <a:ext cx="53435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3" y="4291035"/>
            <a:ext cx="77247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00034" y="3357562"/>
            <a:ext cx="8229600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Templates/home_page.html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files in templates folder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14422"/>
            <a:ext cx="2619375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1285860"/>
            <a:ext cx="527685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24248" y="3071810"/>
            <a:ext cx="453390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86116" y="4786322"/>
            <a:ext cx="484822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/views.py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214422"/>
            <a:ext cx="5394054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868346"/>
          </a:xfrm>
        </p:spPr>
        <p:txBody>
          <a:bodyPr/>
          <a:lstStyle/>
          <a:p>
            <a:r>
              <a:rPr lang="en-US" dirty="0" smtClean="0"/>
              <a:t>Error Page 404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642918"/>
            <a:ext cx="20574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857496"/>
            <a:ext cx="662940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33694" y="928670"/>
            <a:ext cx="455295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2833695"/>
            <a:ext cx="4500594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-1" y="2551132"/>
            <a:ext cx="9144001" cy="23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list_account.html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4525" y="928711"/>
            <a:ext cx="5314950" cy="585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/views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285860"/>
            <a:ext cx="5645822" cy="4963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list_account.html</a:t>
            </a: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" y="1285860"/>
            <a:ext cx="815340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4214818"/>
            <a:ext cx="43053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52771" y="5286388"/>
            <a:ext cx="273367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form title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85926"/>
            <a:ext cx="70866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3643314"/>
            <a:ext cx="504825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796908"/>
          </a:xfrm>
        </p:spPr>
        <p:txBody>
          <a:bodyPr/>
          <a:lstStyle/>
          <a:p>
            <a:r>
              <a:rPr lang="en-US" dirty="0" smtClean="0"/>
              <a:t>account_form.html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781073"/>
            <a:ext cx="8358247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/views.py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838325"/>
            <a:ext cx="80772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Disable CSRF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835529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addaccount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9638" y="1071586"/>
            <a:ext cx="7324725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updateaccount</a:t>
            </a:r>
            <a:r>
              <a:rPr lang="en-US" dirty="0" smtClean="0"/>
              <a:t>  and </a:t>
            </a:r>
            <a:r>
              <a:rPr lang="en-US" dirty="0" err="1" smtClean="0"/>
              <a:t>deleteaccount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950" y="1624013"/>
            <a:ext cx="8420100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account_form.html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714488"/>
            <a:ext cx="5095875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3857628"/>
            <a:ext cx="595312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2"/>
            <a:ext cx="8229600" cy="796908"/>
          </a:xfrm>
        </p:spPr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/data_repository.py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4950" y="947760"/>
            <a:ext cx="6134100" cy="569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3500438"/>
            <a:ext cx="4643471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324"/>
            <a:ext cx="8229600" cy="939784"/>
          </a:xfrm>
        </p:spPr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/views.py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157301"/>
            <a:ext cx="8004861" cy="470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/views.py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357298"/>
            <a:ext cx="6500858" cy="5206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err="1" smtClean="0"/>
              <a:t>MySql</a:t>
            </a:r>
            <a:r>
              <a:rPr lang="en-US" dirty="0" smtClean="0"/>
              <a:t> Database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" y="3429000"/>
            <a:ext cx="90773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3885" y="928670"/>
            <a:ext cx="4855569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86025" y="3986235"/>
            <a:ext cx="4171950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/db_repository.py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938" y="1809767"/>
            <a:ext cx="8620125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bankapp</a:t>
            </a:r>
            <a:r>
              <a:rPr lang="en-US" dirty="0" smtClean="0"/>
              <a:t>/db_repository.py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3" y="1500188"/>
            <a:ext cx="894397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/>
          <a:lstStyle/>
          <a:p>
            <a:r>
              <a:rPr lang="en-US" dirty="0" smtClean="0"/>
              <a:t>Authentication and Authorization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 fontScale="325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CREATE </a:t>
            </a:r>
            <a:r>
              <a:rPr lang="en-US" dirty="0" smtClean="0"/>
              <a:t>TABLE roles (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role_id</a:t>
            </a:r>
            <a:r>
              <a:rPr lang="en-US" dirty="0" smtClean="0"/>
              <a:t> BIGINT PRIMARY KEY AUTO_INCREMENT,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role_name</a:t>
            </a:r>
            <a:r>
              <a:rPr lang="en-US" dirty="0" smtClean="0"/>
              <a:t> VARCHAR(30)</a:t>
            </a:r>
          </a:p>
          <a:p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CREATE TABLE users (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user_id</a:t>
            </a:r>
            <a:r>
              <a:rPr lang="en-US" dirty="0" smtClean="0"/>
              <a:t> BIGINT PRIMARY KEY AUTO_INCREMENT, 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login_name</a:t>
            </a:r>
            <a:r>
              <a:rPr lang="en-US" dirty="0" smtClean="0"/>
              <a:t> VARCHAR(40),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login_password</a:t>
            </a:r>
            <a:r>
              <a:rPr lang="en-US" dirty="0" smtClean="0"/>
              <a:t> VARCHAR(40)</a:t>
            </a:r>
          </a:p>
          <a:p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CREATE TABLE </a:t>
            </a:r>
            <a:r>
              <a:rPr lang="en-US" dirty="0" err="1" smtClean="0"/>
              <a:t>user_role</a:t>
            </a:r>
            <a:r>
              <a:rPr lang="en-US" dirty="0" smtClean="0"/>
              <a:t> (</a:t>
            </a:r>
          </a:p>
          <a:p>
            <a:r>
              <a:rPr lang="en-US" dirty="0" smtClean="0"/>
              <a:t>	id BIGINT PRIMARY KEY AUTO_INCREMENT,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user_id</a:t>
            </a:r>
            <a:r>
              <a:rPr lang="en-US" dirty="0" smtClean="0"/>
              <a:t> BIGINT,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role_id</a:t>
            </a:r>
            <a:r>
              <a:rPr lang="en-US" dirty="0" smtClean="0"/>
              <a:t> BIGINT,</a:t>
            </a:r>
          </a:p>
          <a:p>
            <a:r>
              <a:rPr lang="en-US" dirty="0" smtClean="0"/>
              <a:t>	FOREIGN KEY (</a:t>
            </a:r>
            <a:r>
              <a:rPr lang="en-US" dirty="0" err="1" smtClean="0"/>
              <a:t>user_id</a:t>
            </a:r>
            <a:r>
              <a:rPr lang="en-US" dirty="0" smtClean="0"/>
              <a:t>) REFERENCES users(</a:t>
            </a:r>
            <a:r>
              <a:rPr lang="en-US" dirty="0" err="1" smtClean="0"/>
              <a:t>user_id</a:t>
            </a:r>
            <a:r>
              <a:rPr lang="en-US" dirty="0" smtClean="0"/>
              <a:t>),</a:t>
            </a:r>
          </a:p>
          <a:p>
            <a:r>
              <a:rPr lang="en-US" dirty="0" smtClean="0"/>
              <a:t>	FOREIGN KEY (</a:t>
            </a:r>
            <a:r>
              <a:rPr lang="en-US" dirty="0" err="1" smtClean="0"/>
              <a:t>role_id</a:t>
            </a:r>
            <a:r>
              <a:rPr lang="en-US" dirty="0" smtClean="0"/>
              <a:t>) REFERENCES roles(</a:t>
            </a:r>
            <a:r>
              <a:rPr lang="en-US" dirty="0" err="1" smtClean="0"/>
              <a:t>role_id</a:t>
            </a:r>
            <a:r>
              <a:rPr lang="en-US" dirty="0" smtClean="0"/>
              <a:t>)</a:t>
            </a:r>
          </a:p>
          <a:p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CREATE TABLE sessions (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session_id</a:t>
            </a:r>
            <a:r>
              <a:rPr lang="en-US" dirty="0" smtClean="0"/>
              <a:t> VARCHAR(100) PRIMARY KEY,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user_id</a:t>
            </a:r>
            <a:r>
              <a:rPr lang="en-US" dirty="0" smtClean="0"/>
              <a:t> BIGINT,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created_at</a:t>
            </a:r>
            <a:r>
              <a:rPr lang="en-US" dirty="0" smtClean="0"/>
              <a:t> TIMESTAMP DEFAULT CURRENT_TIMESTAMP,</a:t>
            </a:r>
          </a:p>
          <a:p>
            <a:r>
              <a:rPr lang="en-US" dirty="0" smtClean="0"/>
              <a:t>    FOREIGN KEY (</a:t>
            </a:r>
            <a:r>
              <a:rPr lang="en-US" dirty="0" err="1" smtClean="0"/>
              <a:t>user_id</a:t>
            </a:r>
            <a:r>
              <a:rPr lang="en-US" dirty="0" smtClean="0"/>
              <a:t>) REFERENCES users(</a:t>
            </a:r>
            <a:r>
              <a:rPr lang="en-US" dirty="0" err="1" smtClean="0"/>
              <a:t>user_id</a:t>
            </a:r>
            <a:r>
              <a:rPr lang="en-US" dirty="0" smtClean="0"/>
              <a:t>)</a:t>
            </a:r>
          </a:p>
          <a:p>
            <a:r>
              <a:rPr lang="en-US" dirty="0" smtClean="0"/>
              <a:t>);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and Authorization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00660"/>
          </a:xfrm>
        </p:spPr>
        <p:txBody>
          <a:bodyPr>
            <a:normAutofit fontScale="32500" lnSpcReduction="20000"/>
          </a:bodyPr>
          <a:lstStyle/>
          <a:p>
            <a:r>
              <a:rPr lang="en-US" dirty="0" smtClean="0"/>
              <a:t>INSERT INTO roles (</a:t>
            </a:r>
            <a:r>
              <a:rPr lang="en-US" dirty="0" err="1" smtClean="0"/>
              <a:t>role_name</a:t>
            </a:r>
            <a:r>
              <a:rPr lang="en-US" dirty="0" smtClean="0"/>
              <a:t>) VALUES ('ROLE_ADMIN');</a:t>
            </a:r>
          </a:p>
          <a:p>
            <a:r>
              <a:rPr lang="en-US" dirty="0" smtClean="0"/>
              <a:t>INSERT INTO roles (</a:t>
            </a:r>
            <a:r>
              <a:rPr lang="en-US" dirty="0" err="1" smtClean="0"/>
              <a:t>role_name</a:t>
            </a:r>
            <a:r>
              <a:rPr lang="en-US" dirty="0" smtClean="0"/>
              <a:t>) VALUES ('ROLE_CUSTOMER');</a:t>
            </a:r>
          </a:p>
          <a:p>
            <a:endParaRPr lang="en-US" dirty="0" smtClean="0"/>
          </a:p>
          <a:p>
            <a:r>
              <a:rPr lang="en-US" dirty="0" smtClean="0"/>
              <a:t>INSERT INTO users (</a:t>
            </a:r>
            <a:r>
              <a:rPr lang="en-US" dirty="0" err="1" smtClean="0"/>
              <a:t>login_name,login_password</a:t>
            </a:r>
            <a:r>
              <a:rPr lang="en-US" dirty="0" smtClean="0"/>
              <a:t>) VALUES ('</a:t>
            </a:r>
            <a:r>
              <a:rPr lang="en-US" dirty="0" err="1" smtClean="0"/>
              <a:t>JohnPhilip','john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INSERT INTO users (</a:t>
            </a:r>
            <a:r>
              <a:rPr lang="en-US" dirty="0" err="1" smtClean="0"/>
              <a:t>login_name,login_password</a:t>
            </a:r>
            <a:r>
              <a:rPr lang="en-US" dirty="0" smtClean="0"/>
              <a:t>) VALUES ('</a:t>
            </a:r>
            <a:r>
              <a:rPr lang="en-US" dirty="0" err="1" smtClean="0"/>
              <a:t>BalaMurugan','bala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INSERT INTO users (</a:t>
            </a:r>
            <a:r>
              <a:rPr lang="en-US" dirty="0" err="1" smtClean="0"/>
              <a:t>login_name,login_password</a:t>
            </a:r>
            <a:r>
              <a:rPr lang="en-US" dirty="0" smtClean="0"/>
              <a:t>) VALUES ('</a:t>
            </a:r>
            <a:r>
              <a:rPr lang="en-US" dirty="0" err="1" smtClean="0"/>
              <a:t>DonyFranklin','dony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INSERT INTO users (</a:t>
            </a:r>
            <a:r>
              <a:rPr lang="en-US" dirty="0" err="1" smtClean="0"/>
              <a:t>login_name,login_password</a:t>
            </a:r>
            <a:r>
              <a:rPr lang="en-US" dirty="0" smtClean="0"/>
              <a:t>) VALUES ('</a:t>
            </a:r>
            <a:r>
              <a:rPr lang="en-US" dirty="0" err="1" smtClean="0"/>
              <a:t>Rajesh','rajesh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INSERT INTO users (</a:t>
            </a:r>
            <a:r>
              <a:rPr lang="en-US" dirty="0" err="1" smtClean="0"/>
              <a:t>login_name,login_password</a:t>
            </a:r>
            <a:r>
              <a:rPr lang="en-US" dirty="0" smtClean="0"/>
              <a:t>) VALUES ('</a:t>
            </a:r>
            <a:r>
              <a:rPr lang="en-US" dirty="0" err="1" smtClean="0"/>
              <a:t>Saraswathy','sara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INSERT INTO users (</a:t>
            </a:r>
            <a:r>
              <a:rPr lang="en-US" dirty="0" err="1" smtClean="0"/>
              <a:t>login_name,login_password</a:t>
            </a:r>
            <a:r>
              <a:rPr lang="en-US" dirty="0" smtClean="0"/>
              <a:t>) VALUES ('</a:t>
            </a:r>
            <a:r>
              <a:rPr lang="en-US" dirty="0" err="1" smtClean="0"/>
              <a:t>Subashini','suba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INSERT INTO users (</a:t>
            </a:r>
            <a:r>
              <a:rPr lang="en-US" dirty="0" err="1" smtClean="0"/>
              <a:t>login_name,login_password</a:t>
            </a:r>
            <a:r>
              <a:rPr lang="en-US" dirty="0" smtClean="0"/>
              <a:t>) VALUES ('</a:t>
            </a:r>
            <a:r>
              <a:rPr lang="en-US" dirty="0" err="1" smtClean="0"/>
              <a:t>Nikhila','niki</a:t>
            </a:r>
            <a:r>
              <a:rPr lang="en-US" dirty="0" smtClean="0"/>
              <a:t>');</a:t>
            </a:r>
          </a:p>
          <a:p>
            <a:endParaRPr lang="en-US" dirty="0" smtClean="0"/>
          </a:p>
          <a:p>
            <a:r>
              <a:rPr lang="en-US" dirty="0" smtClean="0"/>
              <a:t>INSERT INTO </a:t>
            </a:r>
            <a:r>
              <a:rPr lang="en-US" dirty="0" err="1" smtClean="0"/>
              <a:t>user_role</a:t>
            </a:r>
            <a:r>
              <a:rPr lang="en-US" dirty="0" smtClean="0"/>
              <a:t> (</a:t>
            </a:r>
            <a:r>
              <a:rPr lang="en-US" dirty="0" err="1" smtClean="0"/>
              <a:t>user_id,role_id</a:t>
            </a:r>
            <a:r>
              <a:rPr lang="en-US" dirty="0" smtClean="0"/>
              <a:t>) SELECT 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user_id</a:t>
            </a:r>
            <a:r>
              <a:rPr lang="en-US" dirty="0" smtClean="0"/>
              <a:t> FROM users WHERE </a:t>
            </a:r>
            <a:r>
              <a:rPr lang="en-US" dirty="0" err="1" smtClean="0"/>
              <a:t>login_name</a:t>
            </a:r>
            <a:r>
              <a:rPr lang="en-US" dirty="0" smtClean="0"/>
              <a:t> = '</a:t>
            </a:r>
            <a:r>
              <a:rPr lang="en-US" dirty="0" err="1" smtClean="0"/>
              <a:t>JohnPhilip</a:t>
            </a:r>
            <a:r>
              <a:rPr lang="en-US" dirty="0" smtClean="0"/>
              <a:t>'),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role_id</a:t>
            </a:r>
            <a:r>
              <a:rPr lang="en-US" dirty="0" smtClean="0"/>
              <a:t> FROM roles WHERE </a:t>
            </a:r>
            <a:r>
              <a:rPr lang="en-US" dirty="0" err="1" smtClean="0"/>
              <a:t>role_name</a:t>
            </a:r>
            <a:r>
              <a:rPr lang="en-US" dirty="0" smtClean="0"/>
              <a:t> = 'ROLE_ADMIN');</a:t>
            </a:r>
          </a:p>
          <a:p>
            <a:r>
              <a:rPr lang="en-US" dirty="0" smtClean="0"/>
              <a:t>INSERT INTO </a:t>
            </a:r>
            <a:r>
              <a:rPr lang="en-US" dirty="0" err="1" smtClean="0"/>
              <a:t>user_role</a:t>
            </a:r>
            <a:r>
              <a:rPr lang="en-US" dirty="0" smtClean="0"/>
              <a:t> (</a:t>
            </a:r>
            <a:r>
              <a:rPr lang="en-US" dirty="0" err="1" smtClean="0"/>
              <a:t>user_id,role_id</a:t>
            </a:r>
            <a:r>
              <a:rPr lang="en-US" dirty="0" smtClean="0"/>
              <a:t>) SELECT 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user_id</a:t>
            </a:r>
            <a:r>
              <a:rPr lang="en-US" dirty="0" smtClean="0"/>
              <a:t> FROM users WHERE </a:t>
            </a:r>
            <a:r>
              <a:rPr lang="en-US" dirty="0" err="1" smtClean="0"/>
              <a:t>login_name</a:t>
            </a:r>
            <a:r>
              <a:rPr lang="en-US" dirty="0" smtClean="0"/>
              <a:t> = '</a:t>
            </a:r>
            <a:r>
              <a:rPr lang="en-US" dirty="0" err="1" smtClean="0"/>
              <a:t>BalaMurugan</a:t>
            </a:r>
            <a:r>
              <a:rPr lang="en-US" dirty="0" smtClean="0"/>
              <a:t>'),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role_id</a:t>
            </a:r>
            <a:r>
              <a:rPr lang="en-US" dirty="0" smtClean="0"/>
              <a:t> FROM roles WHERE </a:t>
            </a:r>
            <a:r>
              <a:rPr lang="en-US" dirty="0" err="1" smtClean="0"/>
              <a:t>role_name</a:t>
            </a:r>
            <a:r>
              <a:rPr lang="en-US" dirty="0" smtClean="0"/>
              <a:t> = 'ROLE_CUSTOMER');</a:t>
            </a:r>
          </a:p>
          <a:p>
            <a:r>
              <a:rPr lang="en-US" dirty="0" smtClean="0"/>
              <a:t>INSERT INTO </a:t>
            </a:r>
            <a:r>
              <a:rPr lang="en-US" dirty="0" err="1" smtClean="0"/>
              <a:t>user_role</a:t>
            </a:r>
            <a:r>
              <a:rPr lang="en-US" dirty="0" smtClean="0"/>
              <a:t> (</a:t>
            </a:r>
            <a:r>
              <a:rPr lang="en-US" dirty="0" err="1" smtClean="0"/>
              <a:t>user_id,role_id</a:t>
            </a:r>
            <a:r>
              <a:rPr lang="en-US" dirty="0" smtClean="0"/>
              <a:t>) SELECT 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user_id</a:t>
            </a:r>
            <a:r>
              <a:rPr lang="en-US" dirty="0" smtClean="0"/>
              <a:t> FROM users WHERE </a:t>
            </a:r>
            <a:r>
              <a:rPr lang="en-US" dirty="0" err="1" smtClean="0"/>
              <a:t>login_name</a:t>
            </a:r>
            <a:r>
              <a:rPr lang="en-US" dirty="0" smtClean="0"/>
              <a:t> = '</a:t>
            </a:r>
            <a:r>
              <a:rPr lang="en-US" dirty="0" err="1" smtClean="0"/>
              <a:t>DonyFranklin</a:t>
            </a:r>
            <a:r>
              <a:rPr lang="en-US" dirty="0" smtClean="0"/>
              <a:t>'),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role_id</a:t>
            </a:r>
            <a:r>
              <a:rPr lang="en-US" dirty="0" smtClean="0"/>
              <a:t> FROM roles WHERE </a:t>
            </a:r>
            <a:r>
              <a:rPr lang="en-US" dirty="0" err="1" smtClean="0"/>
              <a:t>role_name</a:t>
            </a:r>
            <a:r>
              <a:rPr lang="en-US" dirty="0" smtClean="0"/>
              <a:t> = 'ROLE_CUSTOMER');</a:t>
            </a:r>
          </a:p>
          <a:p>
            <a:r>
              <a:rPr lang="en-US" dirty="0" smtClean="0"/>
              <a:t>INSERT INTO </a:t>
            </a:r>
            <a:r>
              <a:rPr lang="en-US" dirty="0" err="1" smtClean="0"/>
              <a:t>user_role</a:t>
            </a:r>
            <a:r>
              <a:rPr lang="en-US" dirty="0" smtClean="0"/>
              <a:t> (</a:t>
            </a:r>
            <a:r>
              <a:rPr lang="en-US" dirty="0" err="1" smtClean="0"/>
              <a:t>user_id,role_id</a:t>
            </a:r>
            <a:r>
              <a:rPr lang="en-US" dirty="0" smtClean="0"/>
              <a:t>) SELECT 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user_id</a:t>
            </a:r>
            <a:r>
              <a:rPr lang="en-US" dirty="0" smtClean="0"/>
              <a:t> FROM users WHERE </a:t>
            </a:r>
            <a:r>
              <a:rPr lang="en-US" dirty="0" err="1" smtClean="0"/>
              <a:t>login_name</a:t>
            </a:r>
            <a:r>
              <a:rPr lang="en-US" dirty="0" smtClean="0"/>
              <a:t> = 'Rajesh'),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role_id</a:t>
            </a:r>
            <a:r>
              <a:rPr lang="en-US" dirty="0" smtClean="0"/>
              <a:t> FROM roles WHERE </a:t>
            </a:r>
            <a:r>
              <a:rPr lang="en-US" dirty="0" err="1" smtClean="0"/>
              <a:t>role_name</a:t>
            </a:r>
            <a:r>
              <a:rPr lang="en-US" dirty="0" smtClean="0"/>
              <a:t> = 'ROLE_CUSTOMER');</a:t>
            </a:r>
          </a:p>
          <a:p>
            <a:r>
              <a:rPr lang="en-US" dirty="0" smtClean="0"/>
              <a:t>INSERT INTO </a:t>
            </a:r>
            <a:r>
              <a:rPr lang="en-US" dirty="0" err="1" smtClean="0"/>
              <a:t>user_role</a:t>
            </a:r>
            <a:r>
              <a:rPr lang="en-US" dirty="0" smtClean="0"/>
              <a:t> (</a:t>
            </a:r>
            <a:r>
              <a:rPr lang="en-US" dirty="0" err="1" smtClean="0"/>
              <a:t>user_id,role_id</a:t>
            </a:r>
            <a:r>
              <a:rPr lang="en-US" dirty="0" smtClean="0"/>
              <a:t>) SELECT 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user_id</a:t>
            </a:r>
            <a:r>
              <a:rPr lang="en-US" dirty="0" smtClean="0"/>
              <a:t> FROM users WHERE </a:t>
            </a:r>
            <a:r>
              <a:rPr lang="en-US" dirty="0" err="1" smtClean="0"/>
              <a:t>login_name</a:t>
            </a:r>
            <a:r>
              <a:rPr lang="en-US" dirty="0" smtClean="0"/>
              <a:t> = '</a:t>
            </a:r>
            <a:r>
              <a:rPr lang="en-US" dirty="0" err="1" smtClean="0"/>
              <a:t>Saraswathy</a:t>
            </a:r>
            <a:r>
              <a:rPr lang="en-US" dirty="0" smtClean="0"/>
              <a:t>'),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role_id</a:t>
            </a:r>
            <a:r>
              <a:rPr lang="en-US" dirty="0" smtClean="0"/>
              <a:t> FROM roles WHERE </a:t>
            </a:r>
            <a:r>
              <a:rPr lang="en-US" dirty="0" err="1" smtClean="0"/>
              <a:t>role_name</a:t>
            </a:r>
            <a:r>
              <a:rPr lang="en-US" dirty="0" smtClean="0"/>
              <a:t> = 'ROLE_CUSTOMER');</a:t>
            </a:r>
          </a:p>
          <a:p>
            <a:r>
              <a:rPr lang="en-US" dirty="0" smtClean="0"/>
              <a:t>INSERT INTO </a:t>
            </a:r>
            <a:r>
              <a:rPr lang="en-US" dirty="0" err="1" smtClean="0"/>
              <a:t>user_role</a:t>
            </a:r>
            <a:r>
              <a:rPr lang="en-US" dirty="0" smtClean="0"/>
              <a:t> (</a:t>
            </a:r>
            <a:r>
              <a:rPr lang="en-US" dirty="0" err="1" smtClean="0"/>
              <a:t>user_id,role_id</a:t>
            </a:r>
            <a:r>
              <a:rPr lang="en-US" dirty="0" smtClean="0"/>
              <a:t>) SELECT 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user_id</a:t>
            </a:r>
            <a:r>
              <a:rPr lang="en-US" dirty="0" smtClean="0"/>
              <a:t> FROM users WHERE </a:t>
            </a:r>
            <a:r>
              <a:rPr lang="en-US" dirty="0" err="1" smtClean="0"/>
              <a:t>login_name</a:t>
            </a:r>
            <a:r>
              <a:rPr lang="en-US" dirty="0" smtClean="0"/>
              <a:t> = '</a:t>
            </a:r>
            <a:r>
              <a:rPr lang="en-US" dirty="0" err="1" smtClean="0"/>
              <a:t>Subashini</a:t>
            </a:r>
            <a:r>
              <a:rPr lang="en-US" dirty="0" smtClean="0"/>
              <a:t>'),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role_id</a:t>
            </a:r>
            <a:r>
              <a:rPr lang="en-US" dirty="0" smtClean="0"/>
              <a:t> FROM roles WHERE </a:t>
            </a:r>
            <a:r>
              <a:rPr lang="en-US" dirty="0" err="1" smtClean="0"/>
              <a:t>role_name</a:t>
            </a:r>
            <a:r>
              <a:rPr lang="en-US" dirty="0" smtClean="0"/>
              <a:t> = 'ROLE_CUSTOMER');</a:t>
            </a:r>
          </a:p>
          <a:p>
            <a:r>
              <a:rPr lang="en-US" dirty="0" smtClean="0"/>
              <a:t>INSERT INTO </a:t>
            </a:r>
            <a:r>
              <a:rPr lang="en-US" dirty="0" err="1" smtClean="0"/>
              <a:t>user_role</a:t>
            </a:r>
            <a:r>
              <a:rPr lang="en-US" dirty="0" smtClean="0"/>
              <a:t> (</a:t>
            </a:r>
            <a:r>
              <a:rPr lang="en-US" dirty="0" err="1" smtClean="0"/>
              <a:t>user_id,role_id</a:t>
            </a:r>
            <a:r>
              <a:rPr lang="en-US" dirty="0" smtClean="0"/>
              <a:t>) SELECT 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user_id</a:t>
            </a:r>
            <a:r>
              <a:rPr lang="en-US" dirty="0" smtClean="0"/>
              <a:t> FROM users WHERE </a:t>
            </a:r>
            <a:r>
              <a:rPr lang="en-US" dirty="0" err="1" smtClean="0"/>
              <a:t>login_name</a:t>
            </a:r>
            <a:r>
              <a:rPr lang="en-US" dirty="0" smtClean="0"/>
              <a:t> = '</a:t>
            </a:r>
            <a:r>
              <a:rPr lang="en-US" dirty="0" err="1" smtClean="0"/>
              <a:t>Nikhila</a:t>
            </a:r>
            <a:r>
              <a:rPr lang="en-US" dirty="0" smtClean="0"/>
              <a:t>'),</a:t>
            </a:r>
          </a:p>
          <a:p>
            <a:r>
              <a:rPr lang="en-US" dirty="0" smtClean="0"/>
              <a:t>	(SELECT </a:t>
            </a:r>
            <a:r>
              <a:rPr lang="en-US" dirty="0" err="1" smtClean="0"/>
              <a:t>role_id</a:t>
            </a:r>
            <a:r>
              <a:rPr lang="en-US" dirty="0" smtClean="0"/>
              <a:t> FROM roles WHERE </a:t>
            </a:r>
            <a:r>
              <a:rPr lang="en-US" dirty="0" err="1" smtClean="0"/>
              <a:t>role_name</a:t>
            </a:r>
            <a:r>
              <a:rPr lang="en-US" dirty="0" smtClean="0"/>
              <a:t> = 'ROLE_CUSTOMER');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279</Words>
  <Application>Microsoft Office PowerPoint</Application>
  <PresentationFormat>On-screen Show (4:3)</PresentationFormat>
  <Paragraphs>105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Django Project</vt:lpstr>
      <vt:lpstr>Python and Pycharm Installations, Workspace and Project creations</vt:lpstr>
      <vt:lpstr>Install and Activate Django in Virtual Environment</vt:lpstr>
      <vt:lpstr>Create Django Project and Run on Server. Ctrl + c to Stop Server</vt:lpstr>
      <vt:lpstr>Create Django Application and Add to Project</vt:lpstr>
      <vt:lpstr>bankapp/views.py</vt:lpstr>
      <vt:lpstr>mobileapp/views.py</vt:lpstr>
      <vt:lpstr>MyProject/urls.py</vt:lpstr>
      <vt:lpstr>Run and Check the output in browser</vt:lpstr>
      <vt:lpstr>bankapp/urls.py</vt:lpstr>
      <vt:lpstr>MyProject/urls.py</vt:lpstr>
      <vt:lpstr>MyProject/settings.py</vt:lpstr>
      <vt:lpstr>Slide 13</vt:lpstr>
      <vt:lpstr>bankapp/templates/app_header.html</vt:lpstr>
      <vt:lpstr>app_footer.html and app_base.html</vt:lpstr>
      <vt:lpstr>bankapp/views.py</vt:lpstr>
      <vt:lpstr>html files in templates folder</vt:lpstr>
      <vt:lpstr>bankapp/views.py</vt:lpstr>
      <vt:lpstr>Error Page 404</vt:lpstr>
      <vt:lpstr>list_account.html</vt:lpstr>
      <vt:lpstr>bankapp/views</vt:lpstr>
      <vt:lpstr>list_account.html</vt:lpstr>
      <vt:lpstr>Dynamic form title</vt:lpstr>
      <vt:lpstr>account_form.html</vt:lpstr>
      <vt:lpstr>bankapp/views.py</vt:lpstr>
      <vt:lpstr>Disable CSRF</vt:lpstr>
      <vt:lpstr>addaccount</vt:lpstr>
      <vt:lpstr>updateaccount  and deleteaccount</vt:lpstr>
      <vt:lpstr>account_form.html</vt:lpstr>
      <vt:lpstr>bankapp/data_repository.py</vt:lpstr>
      <vt:lpstr>bankapp/views.py</vt:lpstr>
      <vt:lpstr>bankapp/views.py</vt:lpstr>
      <vt:lpstr>MySql Database</vt:lpstr>
      <vt:lpstr>bankapp/db_repository.py</vt:lpstr>
      <vt:lpstr>bankapp/db_repository.py</vt:lpstr>
      <vt:lpstr>Authentication and Authorization</vt:lpstr>
      <vt:lpstr>Authentication and Authorization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Project</dc:title>
  <dc:creator>Admin</dc:creator>
  <cp:lastModifiedBy>Admin</cp:lastModifiedBy>
  <cp:revision>78</cp:revision>
  <dcterms:created xsi:type="dcterms:W3CDTF">2026-04-23T08:36:56Z</dcterms:created>
  <dcterms:modified xsi:type="dcterms:W3CDTF">2026-04-24T13:22:19Z</dcterms:modified>
</cp:coreProperties>
</file>